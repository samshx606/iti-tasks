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42" autoAdjust="0"/>
    <p:restoredTop sz="94660"/>
  </p:normalViewPr>
  <p:slideViewPr>
    <p:cSldViewPr>
      <p:cViewPr varScale="1">
        <p:scale>
          <a:sx n="150" d="100"/>
          <a:sy n="150" d="100"/>
        </p:scale>
        <p:origin x="9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8100" cy="381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E5D29-F644-8DB6-A861-CE7F27EDA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08EAAB-4F7C-8724-57FE-4C02D64D0B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EF0AE-D071-A703-A251-D9256E51F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993E-8C33-4163-9A7E-FE262AF7FA6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5BDAA-CCEC-18F3-56F6-8816AF037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0172F-ECB2-FC14-B2F4-94BF905D9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A0B60-AD57-430D-8DD0-143AB1491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293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35F51-E329-D6E4-A534-791250DCA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61FAB-5D3A-7BBB-40E5-5DA61772A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8B6E6-98A4-B63C-C3ED-3BDD0E833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993E-8C33-4163-9A7E-FE262AF7FA6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EAFCA-5CA5-5731-0B68-C1EA60EF6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DC34C-9EA4-1034-2376-DEA0B5DA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A0B60-AD57-430D-8DD0-143AB1491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479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498F9-66E3-791A-F914-7C405DCAC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7A292-C35C-91AA-1D09-B09130DA8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B940F-B401-FFA1-EA19-1FC6F1B9A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993E-8C33-4163-9A7E-FE262AF7FA6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C48D7-8ECD-3FBB-B55A-73C90DC6B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850FF-8BA2-0DAF-537F-EB72599CD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A0B60-AD57-430D-8DD0-143AB1491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97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7A3B0-D5DD-4BC0-A562-160645212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67866-B6B9-F8D4-00A4-1551C6FB2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E3725E-0F52-347E-B60B-175D6DAAE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A5C38-B10C-F825-BA3A-694837CE7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993E-8C33-4163-9A7E-FE262AF7FA6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9D748-8FAA-D244-EB12-3C2A4257C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07BE6-D0BB-8084-1D15-6F2F57585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A0B60-AD57-430D-8DD0-143AB1491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334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4C3DC-7239-3688-D1D9-F3DF0C029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A70A7-B569-EE0C-F43A-EB9F0E137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FC213-598B-7886-F913-5FAA211C0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218559-007B-C0B4-57DA-6A25738644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D1E9DF-AE61-E2CE-EBF1-6C70746A65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6F7EA3-2734-2414-9A07-7495B56A8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993E-8C33-4163-9A7E-FE262AF7FA6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00D219-A2E4-66DA-AC9A-D2EBFCD9C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233A70-B491-F4E4-7362-52B027644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A0B60-AD57-430D-8DD0-143AB1491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127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90E10-86F9-E2B5-7912-27F4D37F5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C1C29-3D76-D126-A49A-B31B794D4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993E-8C33-4163-9A7E-FE262AF7FA6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54AE62-4A40-CCEA-DD91-EC1A60FC3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10E6C0-58B1-E1CC-1D34-74F7D8C15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A0B60-AD57-430D-8DD0-143AB1491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62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887BF5-9D6D-5162-B187-EFB22A1A1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993E-8C33-4163-9A7E-FE262AF7FA6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A7FD84-C5E2-6749-CB3E-5863E804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FB59E-9B48-D1A2-8B8A-B282CC0D4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A0B60-AD57-430D-8DD0-143AB1491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911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A8E5-B765-B7F7-CA25-ACB63FDB8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D4B42-B30C-D9FA-339A-7556E2A06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1FB410-A3CA-5402-FDAB-95ACD73D07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9F519C-AB49-586B-504D-F3E38C56D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993E-8C33-4163-9A7E-FE262AF7FA6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349D2-B144-874B-A945-9FDB5935F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2BD7-2DA5-049B-4F82-24C7B4B1C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A0B60-AD57-430D-8DD0-143AB1491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279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0CD00-BE31-4D81-1A8B-7E2AD8D95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0EAB9-8F89-B5BB-C233-473BC52FBF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63B374-2EE5-E4DD-5C38-C9866B782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F95AD4-B53E-D430-00B2-0C70DE540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993E-8C33-4163-9A7E-FE262AF7FA6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9EEA5-CFD5-3863-297A-B0CFD842B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6757F-593A-BDA0-B010-AB86E7404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A0B60-AD57-430D-8DD0-143AB1491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61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BE042-3257-714E-6E46-46E2D134A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4CAC34-5700-3589-6C04-87A7BF4CB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B483A-1D72-9468-507B-A0ADFFEEE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993E-8C33-4163-9A7E-FE262AF7FA6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4D410-0BD6-CE70-0F2A-908A255AA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1FAEE-6366-6DE1-5936-560E99599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A0B60-AD57-430D-8DD0-143AB1491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524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C9B126-636A-C648-CEC4-FB2483CD60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FCB8A9-E2C5-BE40-C3A9-FD3699E6EF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2B3D4-5B8A-5D64-8200-C1746478F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993E-8C33-4163-9A7E-FE262AF7FA6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E2D3C-853B-257A-2A6D-83D88C8FF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A2302-B4E5-BA04-1CB4-B4544ED0D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A0B60-AD57-430D-8DD0-143AB1491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644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223F1C-273B-B915-28F7-DE8700845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64E36-A778-9BE8-B88D-FE0189D46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D8C19-F0B1-74CC-14C5-258764B498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9993E-8C33-4163-9A7E-FE262AF7FA6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6D726-4768-4C53-CECA-8ECE6E4D52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E4B2B-4BA6-F44E-D986-094E40DD4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A0B60-AD57-430D-8DD0-143AB1491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234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764E9B-E347-09C1-2D3B-6C06323A719F}"/>
              </a:ext>
            </a:extLst>
          </p:cNvPr>
          <p:cNvSpPr txBox="1"/>
          <p:nvPr/>
        </p:nvSpPr>
        <p:spPr>
          <a:xfrm>
            <a:off x="377390" y="228600"/>
            <a:ext cx="11166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tabLst>
                <a:tab pos="228600" algn="l"/>
              </a:tabLst>
            </a:pPr>
            <a:r>
              <a:rPr lang="en-US" sz="2800" b="1" dirty="0"/>
              <a:t>Day 2 : Users List </a:t>
            </a:r>
            <a:r>
              <a:rPr lang="en-US" sz="2800" dirty="0"/>
              <a:t>with Parent-Child Communication &amp; Service</a:t>
            </a:r>
            <a:endParaRPr lang="en-US" sz="2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7A74F6-77E5-C137-6C01-755D98846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3778" y="2486049"/>
            <a:ext cx="1484172" cy="18859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7973D8-5739-9D83-70FA-BD3EAF576E10}"/>
              </a:ext>
            </a:extLst>
          </p:cNvPr>
          <p:cNvSpPr txBox="1"/>
          <p:nvPr/>
        </p:nvSpPr>
        <p:spPr>
          <a:xfrm>
            <a:off x="385010" y="1543883"/>
            <a:ext cx="7882690" cy="31393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US" dirty="0"/>
              <a:t>Use </a:t>
            </a:r>
            <a:r>
              <a:rPr lang="en-US" b="1" dirty="0"/>
              <a:t>input</a:t>
            </a:r>
            <a:r>
              <a:rPr lang="en-US" dirty="0"/>
              <a:t> to input the all card info.</a:t>
            </a:r>
          </a:p>
          <a:p>
            <a:pPr marL="342900" lvl="1" indent="-342900"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US" dirty="0"/>
              <a:t>Use </a:t>
            </a:r>
            <a:r>
              <a:rPr lang="en-US" b="1" dirty="0"/>
              <a:t>Output</a:t>
            </a:r>
            <a:r>
              <a:rPr lang="en-US" dirty="0"/>
              <a:t> to output Remove Action from Remove Button.</a:t>
            </a:r>
          </a:p>
          <a:p>
            <a:pPr marL="342900" lvl="1" indent="-342900"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US" dirty="0"/>
              <a:t>List of Users and use flow-control </a:t>
            </a:r>
            <a:r>
              <a:rPr lang="en-US" b="1" dirty="0"/>
              <a:t>@for </a:t>
            </a:r>
            <a:r>
              <a:rPr lang="en-US" dirty="0"/>
              <a:t>to render this list. Min 5 cards.</a:t>
            </a:r>
          </a:p>
          <a:p>
            <a:pPr marL="342900" lvl="1" indent="-342900"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US" dirty="0"/>
              <a:t>Create a service to store a list of users. </a:t>
            </a:r>
          </a:p>
          <a:p>
            <a:pPr marL="342900" lvl="1" indent="-342900">
              <a:buFont typeface="Arial" panose="020B0604020202020204" pitchFamily="34" charset="0"/>
              <a:buChar char="•"/>
              <a:tabLst>
                <a:tab pos="228600" algn="l"/>
              </a:tabLst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US" dirty="0"/>
              <a:t>When Remove button is clicked, it should call </a:t>
            </a:r>
            <a:r>
              <a:rPr lang="en-US" b="1" dirty="0" err="1"/>
              <a:t>removeUser</a:t>
            </a:r>
            <a:r>
              <a:rPr lang="en-US" dirty="0"/>
              <a:t> method on the user service., it should remove that specific user from the List of Users and reflect on UI.</a:t>
            </a:r>
          </a:p>
          <a:p>
            <a:pPr marL="342900" lvl="1" indent="-342900">
              <a:buFont typeface="Arial" panose="020B0604020202020204" pitchFamily="34" charset="0"/>
              <a:buChar char="•"/>
              <a:tabLst>
                <a:tab pos="228600" algn="l"/>
              </a:tabLst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US" b="1" dirty="0">
                <a:solidFill>
                  <a:srgbClr val="FF0000"/>
                </a:solidFill>
              </a:rPr>
              <a:t>Bonus</a:t>
            </a:r>
            <a:r>
              <a:rPr lang="en-US" b="1" dirty="0"/>
              <a:t>:</a:t>
            </a:r>
            <a:r>
              <a:rPr lang="en-US" dirty="0"/>
              <a:t> For Last Card in the list , make outstanding by making its border color red.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42F639-BC98-8BD3-E49A-AC23C90E9DCE}"/>
              </a:ext>
            </a:extLst>
          </p:cNvPr>
          <p:cNvSpPr txBox="1"/>
          <p:nvPr/>
        </p:nvSpPr>
        <p:spPr>
          <a:xfrm>
            <a:off x="385010" y="751820"/>
            <a:ext cx="90256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Objective:</a:t>
            </a:r>
            <a:r>
              <a:rPr lang="en-US" dirty="0"/>
              <a:t> Build a dynamic list of user profile cards, implementing parent-child communication, a shared service, conditional styling, and custom pipes.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3AB711-CBA7-E064-D13C-CCBF764208C4}"/>
              </a:ext>
            </a:extLst>
          </p:cNvPr>
          <p:cNvSpPr txBox="1"/>
          <p:nvPr/>
        </p:nvSpPr>
        <p:spPr>
          <a:xfrm>
            <a:off x="609600" y="5791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Please Don’t Use </a:t>
            </a:r>
            <a:r>
              <a:rPr lang="en-US" sz="2800" b="1" dirty="0" err="1">
                <a:solidFill>
                  <a:srgbClr val="FF0000"/>
                </a:solidFill>
              </a:rPr>
              <a:t>Chatgbt</a:t>
            </a:r>
            <a:r>
              <a:rPr lang="en-US" sz="2800" b="1" dirty="0">
                <a:solidFill>
                  <a:srgbClr val="FF0000"/>
                </a:solidFill>
              </a:rPr>
              <a:t> ..</a:t>
            </a: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21544E-CB78-5FDC-E745-B3083D59B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9950" y="2486048"/>
            <a:ext cx="1484172" cy="18859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F4F0D5-6158-6805-95A5-4EED27114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3778" y="4432247"/>
            <a:ext cx="1484172" cy="1885903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FCC7D0-64E6-7286-12E2-97F93AA24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9950" y="4432246"/>
            <a:ext cx="1484172" cy="188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940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D9430-6869-C795-B6EF-E31BC8A7E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801B7D4-7DB3-841A-FCC9-CF90F549EB37}"/>
              </a:ext>
            </a:extLst>
          </p:cNvPr>
          <p:cNvSpPr/>
          <p:nvPr/>
        </p:nvSpPr>
        <p:spPr>
          <a:xfrm>
            <a:off x="152400" y="1562100"/>
            <a:ext cx="11734800" cy="38481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55B38A-D9C0-7DE2-E884-EE64FF9AB839}"/>
              </a:ext>
            </a:extLst>
          </p:cNvPr>
          <p:cNvSpPr txBox="1"/>
          <p:nvPr/>
        </p:nvSpPr>
        <p:spPr>
          <a:xfrm>
            <a:off x="152400" y="228600"/>
            <a:ext cx="11166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tabLst>
                <a:tab pos="228600" algn="l"/>
              </a:tabLst>
            </a:pPr>
            <a:r>
              <a:rPr lang="en-US" sz="2800" b="1" dirty="0"/>
              <a:t>Day 2 : Bonus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39DEE9D-3A99-08D1-B073-075BC33F748F}"/>
              </a:ext>
            </a:extLst>
          </p:cNvPr>
          <p:cNvGrpSpPr/>
          <p:nvPr/>
        </p:nvGrpSpPr>
        <p:grpSpPr>
          <a:xfrm>
            <a:off x="152400" y="2626212"/>
            <a:ext cx="11316869" cy="2771288"/>
            <a:chOff x="371040" y="4013755"/>
            <a:chExt cx="11316869" cy="277128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9BC3EB1-047E-7FB8-FBE1-24A8ADB792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4221" y="4013755"/>
              <a:ext cx="2165962" cy="2752238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333F810C-F093-51D0-6AF7-E62911E572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21948" y="4013755"/>
              <a:ext cx="2165961" cy="2671352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99ED460-3318-5FBA-12DF-0490762EA6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46494" y="4020105"/>
              <a:ext cx="2165962" cy="2752238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E888F32-17FF-02C2-FD42-700829B16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58767" y="4026455"/>
              <a:ext cx="2165962" cy="2752238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EB7F4EE-C746-856C-3440-D0EA20C1C8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1040" y="4032805"/>
              <a:ext cx="2165962" cy="2752238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556F6C6-EFB3-B301-994C-81CB2194C8FD}"/>
              </a:ext>
            </a:extLst>
          </p:cNvPr>
          <p:cNvGrpSpPr/>
          <p:nvPr/>
        </p:nvGrpSpPr>
        <p:grpSpPr>
          <a:xfrm>
            <a:off x="152400" y="1897306"/>
            <a:ext cx="3733800" cy="381000"/>
            <a:chOff x="4114800" y="2978150"/>
            <a:chExt cx="3733800" cy="381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83C4D4C-B1F1-2BD0-24E6-D5646EEAA0C8}"/>
                </a:ext>
              </a:extLst>
            </p:cNvPr>
            <p:cNvSpPr/>
            <p:nvPr/>
          </p:nvSpPr>
          <p:spPr>
            <a:xfrm>
              <a:off x="5067300" y="2978150"/>
              <a:ext cx="278130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9B68B80-E1AE-5BDD-A180-143498A01205}"/>
                </a:ext>
              </a:extLst>
            </p:cNvPr>
            <p:cNvSpPr txBox="1"/>
            <p:nvPr/>
          </p:nvSpPr>
          <p:spPr>
            <a:xfrm>
              <a:off x="4114800" y="2989818"/>
              <a:ext cx="1104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>
                <a:tabLst>
                  <a:tab pos="228600" algn="l"/>
                </a:tabLst>
              </a:pPr>
              <a:r>
                <a:rPr lang="en-US" b="1" dirty="0"/>
                <a:t>Search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183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1657</TotalTime>
  <Words>143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Century Gothic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Mahmoud Meky</dc:creator>
  <cp:lastModifiedBy>Mahmoud Meky</cp:lastModifiedBy>
  <cp:revision>188</cp:revision>
  <dcterms:created xsi:type="dcterms:W3CDTF">2025-07-13T09:32:27Z</dcterms:created>
  <dcterms:modified xsi:type="dcterms:W3CDTF">2025-07-30T09:04:00Z</dcterms:modified>
</cp:coreProperties>
</file>